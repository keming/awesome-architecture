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312" r:id="rId4"/>
    <p:sldId id="3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0" clrIdx="0"/>
  <p:cmAuthor id="2" name="apple2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294050"/>
            <a:ext cx="12190507" cy="6500216"/>
            <a:chOff x="0" y="294050"/>
            <a:chExt cx="12190507" cy="6500216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0" y="6444364"/>
              <a:ext cx="12190507" cy="349902"/>
              <a:chOff x="0" y="6444364"/>
              <a:chExt cx="12190507" cy="34990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0" y="6619315"/>
                <a:ext cx="12190507" cy="2270"/>
                <a:chOff x="0" y="6619315"/>
                <a:chExt cx="12190507" cy="2270"/>
              </a:xfrm>
            </p:grpSpPr>
            <p:cxnSp>
              <p:nvCxnSpPr>
                <p:cNvPr id="6" name="直接连接符 5"/>
                <p:cNvCxnSpPr/>
                <p:nvPr/>
              </p:nvCxnSpPr>
              <p:spPr>
                <a:xfrm>
                  <a:off x="0" y="6621585"/>
                  <a:ext cx="5499100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7093BF"/>
                      </a:gs>
                      <a:gs pos="53000">
                        <a:srgbClr val="D9E0EC"/>
                      </a:gs>
                      <a:gs pos="83000">
                        <a:srgbClr val="ECEFF7"/>
                      </a:gs>
                      <a:gs pos="100000">
                        <a:schemeClr val="bg1"/>
                      </a:gs>
                    </a:gsLst>
                    <a:lin ang="6600000" scaled="0"/>
                  </a:gra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直接连接符 6"/>
                <p:cNvCxnSpPr/>
                <p:nvPr/>
              </p:nvCxnSpPr>
              <p:spPr>
                <a:xfrm>
                  <a:off x="6691407" y="6619315"/>
                  <a:ext cx="5499100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7093BF"/>
                      </a:gs>
                      <a:gs pos="53000">
                        <a:srgbClr val="D9E0EC"/>
                      </a:gs>
                      <a:gs pos="83000">
                        <a:srgbClr val="ECEFF7"/>
                      </a:gs>
                      <a:gs pos="100000">
                        <a:schemeClr val="bg1"/>
                      </a:gs>
                    </a:gsLst>
                    <a:lin ang="2160000" scaled="0"/>
                  </a:gra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772656" y="6444364"/>
                <a:ext cx="695511" cy="349902"/>
              </a:xfrm>
              <a:prstGeom prst="rect">
                <a:avLst/>
              </a:prstGeom>
            </p:spPr>
          </p:pic>
        </p:grpSp>
        <p:sp>
          <p:nvSpPr>
            <p:cNvPr id="8" name="矩形 7"/>
            <p:cNvSpPr/>
            <p:nvPr userDrawn="1"/>
          </p:nvSpPr>
          <p:spPr>
            <a:xfrm>
              <a:off x="576082" y="294050"/>
              <a:ext cx="427501" cy="427503"/>
            </a:xfrm>
            <a:prstGeom prst="rect">
              <a:avLst/>
            </a:prstGeom>
            <a:noFill/>
            <a:ln>
              <a:solidFill>
                <a:srgbClr val="046FB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46FBE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1099866" y="786766"/>
              <a:ext cx="176030" cy="176030"/>
            </a:xfrm>
            <a:prstGeom prst="rect">
              <a:avLst/>
            </a:prstGeom>
            <a:noFill/>
            <a:ln>
              <a:solidFill>
                <a:srgbClr val="7093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03658" y="369913"/>
            <a:ext cx="10235091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输入标题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4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85960" y="215889"/>
            <a:ext cx="653978" cy="558789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3539" y="260329"/>
            <a:ext cx="615939" cy="400096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355620" y="698522"/>
            <a:ext cx="802640" cy="288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070"/>
              </a:lnSpc>
            </a:pPr>
            <a:r>
              <a:rPr sz="1300" kern="0" spc="-100" dirty="0">
                <a:solidFill>
                  <a:srgbClr val="4070A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浙</a:t>
            </a:r>
            <a:r>
              <a:rPr sz="1300" kern="0" spc="-90" dirty="0">
                <a:solidFill>
                  <a:srgbClr val="4070A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里</a:t>
            </a:r>
            <a:r>
              <a:rPr sz="1300" b="1" i="1" kern="0" spc="-90" dirty="0">
                <a:solidFill>
                  <a:srgbClr val="2070D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好成</a:t>
            </a:r>
            <a:r>
              <a:rPr sz="1300" b="1" i="1" kern="0" spc="-80" dirty="0">
                <a:solidFill>
                  <a:srgbClr val="2070D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果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384259" y="748148"/>
            <a:ext cx="83058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科技活动周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NATIONAL S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CIENCE WEEK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09825" y="2577465"/>
            <a:ext cx="64306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人工智能</a:t>
            </a:r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加</a:t>
            </a:r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速人</a:t>
            </a:r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类知识发现和传</a:t>
            </a:r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播</a:t>
            </a:r>
            <a:endParaRPr lang="zh-CN" altLang="en-US" sz="32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6830" y="3698240"/>
            <a:ext cx="6096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/>
              <a:t>杭州电子科技大学</a:t>
            </a:r>
            <a:r>
              <a:rPr lang="en-US" altLang="zh-CN" sz="2000" b="1"/>
              <a:t>  </a:t>
            </a:r>
            <a:endParaRPr lang="en-US" altLang="zh-CN" sz="2000" b="1"/>
          </a:p>
          <a:p>
            <a:pPr algn="ctr">
              <a:lnSpc>
                <a:spcPct val="150000"/>
              </a:lnSpc>
            </a:pPr>
            <a:r>
              <a:rPr lang="zh-CN" altLang="en-US" sz="2000" b="1"/>
              <a:t>物联网创新应用服务产业重点科研团队</a:t>
            </a:r>
            <a:endParaRPr lang="zh-CN" altLang="en-US" sz="2000" b="1"/>
          </a:p>
          <a:p>
            <a:pPr algn="ctr"/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4930775" y="4826000"/>
            <a:ext cx="1341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1">
                    <a:lumMod val="50000"/>
                  </a:schemeClr>
                </a:solidFill>
              </a:rPr>
              <a:t>陈科明</a:t>
            </a:r>
            <a:endParaRPr lang="zh-CN" altLang="en-US" sz="280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68575" y="259715"/>
            <a:ext cx="2819400" cy="854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269278" y="3899700"/>
            <a:ext cx="9653441" cy="14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6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感谢聆听，恳请指正</a:t>
            </a:r>
            <a:endParaRPr lang="zh-CN" altLang="en-US" sz="66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99940" y="398145"/>
            <a:ext cx="3030855" cy="27952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17645" y="334327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/>
              <a:t>陈科明</a:t>
            </a:r>
            <a:r>
              <a:rPr lang="en-US" altLang="zh-CN" sz="2000"/>
              <a:t>  </a:t>
            </a:r>
            <a:endParaRPr lang="en-US" altLang="zh-CN" sz="2000"/>
          </a:p>
          <a:p>
            <a:pPr algn="ctr"/>
            <a:r>
              <a:rPr lang="en-US" altLang="zh-CN" sz="2000"/>
              <a:t>13116788170</a:t>
            </a:r>
            <a:r>
              <a:rPr lang="zh-CN" altLang="en-US" sz="2000"/>
              <a:t>（微信同号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PLACING_PICTURE_USER_VIEWPORT" val="{&quot;height&quot;:8859,&quot;width&quot;:898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WPS 演示</Application>
  <PresentationFormat/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Arial</vt:lpstr>
      <vt:lpstr>黑体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陈科明</cp:lastModifiedBy>
  <cp:revision>15</cp:revision>
  <dcterms:created xsi:type="dcterms:W3CDTF">2026-05-22T22:47:00Z</dcterms:created>
  <dcterms:modified xsi:type="dcterms:W3CDTF">2026-06-21T10:46:14Z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2026-05-26T21:50:37Z</vt:filetime>
  </property>
  <property fmtid="{D5CDD505-2E9C-101B-9397-08002B2CF9AE}" pid="4" name="UsrData">
    <vt:lpwstr>6a10cfabb40101001f3b1bddwl</vt:lpwstr>
  </property>
  <property fmtid="{D5CDD505-2E9C-101B-9397-08002B2CF9AE}" pid="5" name="KSOProductBuildVer">
    <vt:lpwstr>2052-12.1.0.26895</vt:lpwstr>
  </property>
  <property fmtid="{D5CDD505-2E9C-101B-9397-08002B2CF9AE}" pid="6" name="ICV">
    <vt:lpwstr>FAB2AB81C2064FD093A2C9CCB4AC8034_13</vt:lpwstr>
  </property>
</Properties>
</file>